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707bb50f84cc7" /><Relationship Type="http://schemas.openxmlformats.org/officeDocument/2006/relationships/extended-properties" Target="/docProps/app.xml" Id="R21dfffb9d4914528" /><Relationship Type="http://schemas.openxmlformats.org/officeDocument/2006/relationships/officeDocument" Target="/ppt/presentation.xml" Id="R5daf865421a4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651c4bb3749a4"/>
  </p:sldMasterIdLst>
  <p:notesMasterIdLst>
    <p:notesMasterId xmlns:r="http://schemas.openxmlformats.org/officeDocument/2006/relationships" r:id="R7deee00bc5f54435"/>
  </p:notesMasterIdLst>
  <p:sldIdLst>
    <p:sldId xmlns:r="http://schemas.openxmlformats.org/officeDocument/2006/relationships" id="256" r:id="Rf67c1d72c3bc4e38"/>
  </p:sldIdLst>
  <p:sldSz cx="15240000" cy="8572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bb096ec724fa0" /><Relationship Type="http://schemas.openxmlformats.org/officeDocument/2006/relationships/slideMaster" Target="/ppt/slideMasters/slideMaster1.xml" Id="R8f8651c4bb3749a4" /><Relationship Type="http://schemas.openxmlformats.org/officeDocument/2006/relationships/notesMaster" Target="/ppt/notesMasters/notesMaster1.xml" Id="R7deee00bc5f54435" /><Relationship Type="http://schemas.openxmlformats.org/officeDocument/2006/relationships/presProps" Target="/ppt/presProps.xml" Id="Rec043b02609740c6" /><Relationship Type="http://schemas.openxmlformats.org/officeDocument/2006/relationships/viewProps" Target="/ppt/viewProps.xml" Id="Ra604073af3454f5f" /><Relationship Type="http://schemas.openxmlformats.org/officeDocument/2006/relationships/tableStyles" Target="/ppt/tableStyles.xml" Id="Ra096d87028b447c1" /><Relationship Type="http://schemas.openxmlformats.org/officeDocument/2006/relationships/slide" Target="/ppt/slides/slide1.xml" Id="Rf67c1d72c3bc4e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3d923fb97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2deb75f7c4154" /><Relationship Type="http://schemas.openxmlformats.org/officeDocument/2006/relationships/notesMaster" Target="/ppt/notesMasters/notesMaster1.xml" Id="R109b2361af1e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经历按用户最新提供的简历文字整理，包括第一负责人朱怡筠、5人团队、京津冀调研、2023.09—2024.06、Python/Excel清洗与描述统计和交叉分析、机构对接及小程序试运行。问卷超过200份、约50条救助信息、省级二等奖按用户提供信息。未提供机构数量、实际答卷、分析输出与试运行日志，因此不补填具体合作家数或运营表现，也不将本次复算文件冒充当年分析记录。原结项报告日期2024年5月13日，项目结束时间按用户最新信息为2024年6月，阶段月份为归纳安排。公开研究：Gu et al. (2024), A Survey of Public Opinion on Community Cats’ General Health and Relationship Quality with Residents in Urban China, Animals 14(3), 525. DOI 10.3390/ani14030525. https://pmc.ncbi.nlm.nih.gov/articles/PMC10854670/ 。N=5382，约45%、38%、18%为外部研究取整比例，非本项目问卷结果，三项非互斥。信息核验和回访是据原项目报告提出的设计方向，不是该研究直接测得的功能支持率。图片为AI生成场景，界面为本次重建的本地HTML演示，不作为上线取证。奖状沿用用户修改版，仅为文件体积作JPEG编码压缩，未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23b5f5fa44c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ada9089974f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1c13be20848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78237b03545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b54e8cc946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f2b2054c449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0DD8FB-7F0C-4822-BD7A-A669267D0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640B6D-9642-4ADF-AEA4-D183C2DB6C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8E7F6A-9E45-4086-BEA7-EA9A87C20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D5D5D1-35FD-410B-BED6-1664347A4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E8C28F-EB8E-4FB2-BACA-7C640E8504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369B11-8DAE-4733-9359-9F296DEE2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BAB8F8-61C6-44D2-8CF0-92F739CBB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1974AA-B147-40E1-BA62-2B64D4A223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86549D-CCA9-4E53-B0EE-16C56FD3E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5C58A6-1141-4D3E-A9DD-D70204C15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b857859164dba" /><Relationship Type="http://schemas.openxmlformats.org/officeDocument/2006/relationships/slideLayout" Target="/ppt/slideLayouts/slideLayout1.xml" Id="R40b7633264b04049" /><Relationship Type="http://schemas.openxmlformats.org/officeDocument/2006/relationships/slideLayout" Target="/ppt/slideLayouts/slideLayout2.xml" Id="Rc486fbe9748a4eb2" /><Relationship Type="http://schemas.openxmlformats.org/officeDocument/2006/relationships/slideLayout" Target="/ppt/slideLayouts/slideLayout3.xml" Id="R462d04b28eae4989" /><Relationship Type="http://schemas.openxmlformats.org/officeDocument/2006/relationships/slideLayout" Target="/ppt/slideLayouts/slideLayout4.xml" Id="R6e954c6fb7854a23" /><Relationship Type="http://schemas.openxmlformats.org/officeDocument/2006/relationships/slideLayout" Target="/ppt/slideLayouts/slideLayout5.xml" Id="Rc7dad6dcd8df45d7" /><Relationship Type="http://schemas.openxmlformats.org/officeDocument/2006/relationships/slideLayout" Target="/ppt/slideLayouts/slideLayout6.xml" Id="R04232de8c1b2428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7633264b04049"/>
    <p:sldLayoutId xmlns:r="http://schemas.openxmlformats.org/officeDocument/2006/relationships" id="2147483650" r:id="Rc486fbe9748a4eb2"/>
    <p:sldLayoutId xmlns:r="http://schemas.openxmlformats.org/officeDocument/2006/relationships" id="2147483651" r:id="R462d04b28eae4989"/>
    <p:sldLayoutId xmlns:r="http://schemas.openxmlformats.org/officeDocument/2006/relationships" id="2147483652" r:id="R6e954c6fb7854a23"/>
    <p:sldLayoutId xmlns:r="http://schemas.openxmlformats.org/officeDocument/2006/relationships" id="2147483653" r:id="Rc7dad6dcd8df45d7"/>
    <p:sldLayoutId xmlns:r="http://schemas.openxmlformats.org/officeDocument/2006/relationships" id="2147483654" r:id="R04232de8c1b2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bb37d78fc44be" /><Relationship Type="http://schemas.openxmlformats.org/officeDocument/2006/relationships/image" Target="/ppt/media/image.jpeg" Id="R1e5b7b225bd44b04" /><Relationship Type="http://schemas.openxmlformats.org/officeDocument/2006/relationships/image" Target="/ppt/media/image.png" Id="R0bd1914c385d40ea" /><Relationship Type="http://schemas.openxmlformats.org/officeDocument/2006/relationships/image" Target="/ppt/media/image2.jpeg" Id="R066f83fe6afc4887" /><Relationship Type="http://schemas.openxmlformats.org/officeDocument/2006/relationships/notesSlide" Target="/ppt/notesSlides/notesSlide1.xml" Id="R9f11bb757aa741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944AF39B-0212-4603-B87C-A3CD8510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云上萌宠星，云下爱宠行</a:t>
            </a:r>
            <a:endParaRPr sz="3600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622970-9532-4B9F-A410-C6E322CD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大学生创新创业大赛 · 宠物救助项目 · 2023.09—2024.06</a:t>
            </a:r>
            <a:endParaRPr sz="1650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D68B0B-EDBB-4F68-BC0E-99108EA7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330" y="514350"/>
            <a:ext cx="309054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项目成果：</a:t>
            </a:r>
            <a:r>
              <a:rPr sz="23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省级二等奖</a:t>
            </a:r>
            <a:endParaRPr sz="232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BD5A534-3EF9-493C-BB71-F7B997C9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419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4"/>
            </a:solidFill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0C505E9-25FB-4B67-B047-2907C2D6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第一负责人</a:t>
            </a:r>
            <a:endParaRPr sz="300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AEAF877-7550-49BF-9306-FA6D65E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朱怡筠  /  统筹5人团队</a:t>
            </a:r>
            <a:endParaRPr sz="18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6F91A2-72C3-4610-90E0-DFB8E8F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我的工作</a:t>
            </a:r>
            <a:endParaRPr sz="1350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4D93631-2465-4656-A891-5CE27E42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01 需求调研与痛点梳理</a:t>
            </a:r>
            <a:endParaRPr sz="165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F10DD37-8FD8-4EBC-9281-93864C5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组织京津冀调研，回收问卷超过200份。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用Python / Excel清洗、描述统计与交叉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分析，梳理资源、核验与回访问题。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E5CDF8C-67DF-48BD-9D5E-60C9702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02 产品需求与成果整合</a:t>
            </a:r>
            <a:endParaRPr sz="165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9D1F84-A201-41F4-8C8E-273C535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对接救助机构，梳理上报、领养与回访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功能，推动小程序上线试运行，整合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约50条救助信息及项目报告。</a:t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4017AC-B008-45E6-8B6B-04453BA5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/>
            </a:r>
            <a:endParaRPr sz="165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D33229-A70C-4A33-9382-7B3F9009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3725141-C41E-4774-BC07-411E03A5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" y="64865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推进过程（阶段归纳）</a:t>
            </a:r>
            <a:endParaRPr sz="18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3ACE45-0A2E-414B-882E-29BB7E3B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151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2023.09—10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424DDFE-B309-44DB-8597-2F55E36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91515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调研设计</a:t>
            </a:r>
            <a:endParaRPr sz="12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D07ACEA-233D-4593-84A8-9BEF0CB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9151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明确调查问题</a:t>
            </a:r>
            <a:endParaRPr sz="1125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0B6266D4-0C64-4343-8125-9910679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10425"/>
            <a:ext cx="4457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9E1"/>
            </a:solidFill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33E7874-96A1-48F9-8F91-2CC19DA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2023.11—12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988DB32-F60E-4D9C-8950-827A83B0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2390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问卷与访谈</a:t>
            </a:r>
            <a:endParaRPr sz="12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BEE1BE1-3AC1-4882-A603-0F1A6ED2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3900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整理需求与线索</a:t>
            </a:r>
            <a:endParaRPr sz="1125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5118C70E-0D24-415F-B0CE-D129515A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34275"/>
            <a:ext cx="4457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9E1"/>
            </a:solidFill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4941FF5-4546-4EEB-BF2A-3CECBA8C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628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2024.01—03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B0BD898-3EEC-4189-8119-C09C074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56285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需求与功能梳理</a:t>
            </a:r>
            <a:endParaRPr sz="12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9EE638E-B125-4BB5-A2BC-136C4FB4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5628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形成平台展示</a:t>
            </a:r>
            <a:endParaRPr sz="1125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DE0EC082-6389-4604-B314-92129357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58125"/>
            <a:ext cx="4457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9E1"/>
            </a:solidFill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1812E21-8450-4FB7-8475-197A257C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867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2024.04—06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E5A301-CE2C-4684-89CC-9D8F5440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8867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报告与成果整合</a:t>
            </a:r>
            <a:endParaRPr sz="12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635BD22-3AD1-43E6-84E9-0D7575D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88670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完成项目材料</a:t>
            </a:r>
            <a:endParaRPr sz="1125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484830A-D890-46E8-A422-309D8B51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288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问卷调研</a:t>
            </a:r>
            <a:endParaRPr sz="18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C4640E7-134E-4AC9-BCFB-01983071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479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超过200份</a:t>
            </a:r>
            <a:endParaRPr sz="315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5D6897A-C8B3-46D8-8B3A-2C8E554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项目问卷回收量</a:t>
            </a:r>
            <a:endParaRPr sz="1200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2BE9163-D9AE-42FE-AA5A-7A6566B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766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关键图表：公开研究参考</a:t>
            </a:r>
            <a:endParaRPr sz="142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25E7283-BEB6-4EE7-A5E7-B3713335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05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曾救助或帮助社区猫</a:t>
            </a:r>
            <a:endParaRPr sz="127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CA164D5-E5FE-46E8-A3AC-19BDB4D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71925"/>
            <a:ext cx="1714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E5"/>
          </a:solidFill>
          <a:ln xmlns:a="http://schemas.openxmlformats.org/drawingml/2006/main" w="0">
            <a:noFill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760D360-D3CA-4626-8BE0-B12C8542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71925"/>
            <a:ext cx="7715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E80"/>
          </a:solidFill>
          <a:ln xmlns:a="http://schemas.openxmlformats.org/drawingml/2006/main" w="0">
            <a:noFill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1E64007-FE8A-4A34-8242-2CD6BD9F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05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约45%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1810327-272E-4AB9-8836-64FF28D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86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有条件时愿意领养</a:t>
            </a:r>
            <a:endParaRPr sz="127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5C6232-4AA2-426E-9A33-A8D2B39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52925"/>
            <a:ext cx="1714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E5"/>
          </a:solidFill>
          <a:ln xmlns:a="http://schemas.openxmlformats.org/drawingml/2006/main" w="0">
            <a:noFill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EE23C5B-31D2-4F76-A89B-67E52BC9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52925"/>
            <a:ext cx="65151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E80"/>
          </a:solidFill>
          <a:ln xmlns:a="http://schemas.openxmlformats.org/drawingml/2006/main" w="0">
            <a:noFill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6C34FBB-1364-4676-AE62-C453094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86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约38%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EB3E367-7DFB-436D-86DD-B52FB5C8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67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曾向管理方投诉</a:t>
            </a:r>
            <a:endParaRPr sz="127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88747A0-661B-48C0-A24B-CCB02BAE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33925"/>
            <a:ext cx="1714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E5"/>
          </a:solidFill>
          <a:ln xmlns:a="http://schemas.openxmlformats.org/drawingml/2006/main" w="0">
            <a:noFill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8AB306F-26AC-4A87-9579-7C7F71E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33925"/>
            <a:ext cx="30861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E80"/>
          </a:solidFill>
          <a:ln xmlns:a="http://schemas.openxmlformats.org/drawingml/2006/main" w="0">
            <a:noFill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CFE2650-7DE5-4054-B8F6-B5D26A16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67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约18%</a:t>
            </a:r>
            <a:endParaRPr sz="1275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A44ED5A-BC47-458B-8994-8B6A3A1C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线下社区探访</a:t>
            </a:r>
            <a:endParaRPr sz="18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" name="图片 49">
            <a:extLst xmlns:a="http://schemas.openxmlformats.org/drawingml/2006/main">
              <a:ext uri="{FF2B5EF4-FFF2-40B4-BE49-F238E27FC236}">
                <a16:creationId xmlns:a16="http://schemas.microsoft.com/office/drawing/2014/main" id="{AFE38505-8E85-472F-BC97-185A42568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b7b225bd44b04"/>
          <a:srcRect xmlns:a="http://schemas.openxmlformats.org/drawingml/2006/main" l="0" t="15536" r="0" b="15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6067425"/>
            <a:ext cx="4000500" cy="1838325"/>
          </a:xfrm>
          <a:prstGeom xmlns:a="http://schemas.openxmlformats.org/drawingml/2006/main" prst="rect">
            <a:avLst/>
          </a:prstGeom>
        </p:spPr>
      </p:pic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D01BA117-EFD0-4931-89AB-2BB09E4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7972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73827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38279"/>
                </a:solidFill>
                <a:latin typeface="微软雅黑"/>
                <a:ea typeface="微软雅黑"/>
                <a:cs typeface="微软雅黑"/>
              </a:rPr>
              <a:t>社区探访场景配图（AI生成）</a:t>
            </a:r>
            <a:endParaRPr sz="1125" b="0">
              <a:solidFill>
                <a:srgbClr val="7382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452E45CE-F874-4424-B83D-22900F8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288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救助线索上报与跟进</a:t>
            </a:r>
            <a:endParaRPr sz="1875" b="1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3" name="图片 52">
            <a:extLst xmlns:a="http://schemas.openxmlformats.org/drawingml/2006/main">
              <a:ext uri="{FF2B5EF4-FFF2-40B4-BE49-F238E27FC236}">
                <a16:creationId xmlns:a16="http://schemas.microsoft.com/office/drawing/2014/main" id="{F3FD30F9-C6A3-4D9D-98BE-E34279EE1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1914c385d40ea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2533650"/>
            <a:ext cx="4886325" cy="3376041"/>
          </a:xfrm>
          <a:prstGeom xmlns:a="http://schemas.openxmlformats.org/drawingml/2006/main" prst="rect">
            <a:avLst/>
          </a:prstGeom>
        </p:spPr>
      </p:pic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F41C879-2399-4085-AC60-8605B938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4845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6A51"/>
                </a:solidFill>
                <a:latin typeface="微软雅黑"/>
                <a:ea typeface="微软雅黑"/>
                <a:cs typeface="微软雅黑"/>
              </a:rPr>
              <a:t>约50条救助线索</a:t>
            </a:r>
            <a:endParaRPr sz="2400" b="1">
              <a:solidFill>
                <a:srgbClr val="216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7A1C539-494C-4BBC-8F89-39010FC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532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43F3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43F34"/>
                </a:solidFill>
                <a:latin typeface="微软雅黑"/>
                <a:ea typeface="微软雅黑"/>
                <a:cs typeface="微软雅黑"/>
              </a:rPr>
              <a:t>功能：线索上报、状态跟进、领养与回访</a:t>
            </a:r>
            <a:endParaRPr sz="1575" b="0">
              <a:solidFill>
                <a:srgbClr val="243F3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A89C55BF-5644-4026-8B57-607937F2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77225"/>
            <a:ext cx="1419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4"/>
            </a:solidFill>
          </a:ln>
        </p:spPr>
      </p:sp>
      <p:pic>
        <p:nvPicPr>
          <p:cNvPr id="61" name="图片 60">
            <a:extLst xmlns:a="http://schemas.openxmlformats.org/drawingml/2006/main">
              <a:ext uri="{FF2B5EF4-FFF2-40B4-BE49-F238E27FC236}">
                <a16:creationId xmlns:a16="http://schemas.microsoft.com/office/drawing/2014/main" id="{96179B52-8117-4417-8C1B-5753B5E683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83fe6afc4887"/>
          <a:srcRect xmlns:a="http://schemas.openxmlformats.org/drawingml/2006/main" l="12" t="0" r="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28195" y="24765"/>
            <a:ext cx="2459355" cy="1724025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37D26A-F309-4B73-8CF5-69ACD9D6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86350"/>
            <a:ext cx="404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rPr>
              <a:t>Gu等，Animals 2024，N=5,382</a:t>
            </a:r>
          </a:p>
          <a:p xmlns:a="http://schemas.openxmlformats.org/drawingml/2006/main">
            <a:pPr>
              <a:def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738279"/>
                </a:solidFill>
                <a:latin typeface="Microsoft YaHei"/>
                <a:ea typeface="Microsoft YaHei"/>
                <a:cs typeface="Microsoft YaHei"/>
              </a:rPr>
              <a:t>公开研究数据，非本项目问卷结果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38C7DF-B818-48B1-9D81-5474600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7247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16A51"/>
                </a:solidFill>
                <a:latin typeface="Microsoft YaHei"/>
                <a:ea typeface="Microsoft YaHei"/>
                <a:cs typeface="Microsoft YaHei"/>
              </a:rPr>
              <a:t>建议：加强信息核验，建立回访与反馈闭环</a:t>
            </a:r>
          </a:p>
        </p:txBody>
      </p:sp>
    </p:spTree>
    <p:extLst>
      <p:ext uri="{BB962C8B-B14F-4D97-AF65-F5344CB8AC3E}">
        <p14:creationId xmlns:p14="http://schemas.microsoft.com/office/powerpoint/2010/main" val="1008826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2026-10-20T13:02:29.9420000Z</dcterms:created>
  <dcterms:modified xsi:type="dcterms:W3CDTF">2026-10-20T13:02:29.9420000Z</dcterms:modified>
</coreProperties>
</file>